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7554A-226A-486C-BF30-47453DC0F531}" v="2" dt="2026-09-25T18:43:33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Pardue" userId="1fa178b5-1f15-431f-8d11-826a534a27b2" providerId="ADAL" clId="{20A7554A-226A-486C-BF30-47453DC0F531}"/>
    <pc:docChg chg="modSld">
      <pc:chgData name="Sarah Pardue" userId="1fa178b5-1f15-431f-8d11-826a534a27b2" providerId="ADAL" clId="{20A7554A-226A-486C-BF30-47453DC0F531}" dt="2026-09-25T18:43:33.363" v="0"/>
      <pc:docMkLst>
        <pc:docMk/>
      </pc:docMkLst>
      <pc:sldChg chg="addSp modSp modAnim">
        <pc:chgData name="Sarah Pardue" userId="1fa178b5-1f15-431f-8d11-826a534a27b2" providerId="ADAL" clId="{20A7554A-226A-486C-BF30-47453DC0F531}" dt="2026-09-25T18:43:33.363" v="0"/>
        <pc:sldMkLst>
          <pc:docMk/>
          <pc:sldMk cId="319269263" sldId="257"/>
        </pc:sldMkLst>
        <pc:picChg chg="add mod">
          <ac:chgData name="Sarah Pardue" userId="1fa178b5-1f15-431f-8d11-826a534a27b2" providerId="ADAL" clId="{20A7554A-226A-486C-BF30-47453DC0F531}" dt="2026-09-25T18:43:33.363" v="0"/>
          <ac:picMkLst>
            <pc:docMk/>
            <pc:sldMk cId="319269263" sldId="257"/>
            <ac:picMk id="4" creationId="{43620BF0-DAF1-47D6-B053-0F311BEF02A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2DAC-845D-542D-9F52-563683CA5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A6C863-92FE-CB6C-D42B-009127805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3F283-8325-45F9-9BB6-25B470C05FD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518303-84FA-94F2-5D33-4F3F752F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02B0D-66DD-DAB8-07E8-6933D91E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944B-D67A-42AE-8F7F-E9E720231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6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A93B8D-DEFA-93E6-8B77-7120F4F35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8FC87-0997-D44D-A1C0-24271ADB8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96B0D-8321-4E66-3DAF-CE94C2D58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3F283-8325-45F9-9BB6-25B470C05FD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924B7-5A99-8870-9A51-CE115A186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736B1-E18B-1634-515E-8A03B9D3F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E944B-D67A-42AE-8F7F-E9E720231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0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FCBB8E2-F6B1-ADF1-8A6E-4213337E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880C69-C61A-ABA4-B9D4-2307D155B3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86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5C8759C-287A-B1C6-A186-6B12A31D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2B4AB6-A20A-618E-0BEF-25EBD172B4D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tourism-partner-30-second-video_portuguese">
            <a:hlinkClick r:id="" action="ppaction://media"/>
            <a:extLst>
              <a:ext uri="{FF2B5EF4-FFF2-40B4-BE49-F238E27FC236}">
                <a16:creationId xmlns:a16="http://schemas.microsoft.com/office/drawing/2014/main" id="{43620BF0-DAF1-47D6-B053-0F311BEF02A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6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1330CCE-2666-8434-DF58-3DEBEAFE9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E31C8F-14E0-AF69-A81A-6A64C9F567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96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78DAEEA-E57C-6F38-4EC4-A2D59D36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7D3351-226F-1CD7-C960-41EF0E49C2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46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57E5BF3-E055-F4D8-9BFD-2AA9FEEA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CB79AE-9332-15F3-EA3B-D9745E5AD4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45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0E95AAF-F38C-D513-1F32-19F751D09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67650B-E91B-467A-E38B-A08568B72D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36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9CB02F7-1142-3BB6-2594-3BF60F55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48788-4359-ACE9-AA22-635F313A39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32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306231D-78DF-04A5-46A1-F257FB93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7564A-E7BD-2D00-B6E5-8ACDE90FA4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2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C0FA7BC-915D-B2DE-13A1-F7E2534C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6C5B13-9E39-0438-3B98-2B3BDD485A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69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4F64EAB-9282-01E0-4E2A-7FBA4E75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8FE700-C631-BE21-5F0D-6E8FAF1998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74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7F2D855-0704-D73E-6DEE-91C86570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xture Condensed Medium" panose="00000606000000000000" pitchFamily="2" charset="0"/>
              </a:rPr>
              <a:t>FAN FEST</a:t>
            </a:r>
            <a:r>
              <a:rPr lang="en-US" sz="8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xture Condensed ExtraLight" panose="00000306000000000000" pitchFamily="2" charset="0"/>
              </a:rPr>
              <a:t> </a:t>
            </a:r>
            <a:endParaRPr lang="en-US" sz="8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ixture Condensed Medium" panose="00000606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BE5D56-C6F4-75B3-328B-8A5EF429BE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85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42949F9-D6B8-9F83-1DC7-7CA85BAF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8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xture Condensed Medium" panose="00000606000000000000" pitchFamily="2" charset="0"/>
              </a:rPr>
              <a:t>DIVERSÃO </a:t>
            </a:r>
            <a:r>
              <a:rPr lang="pt-BR" sz="8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xture Condensed ExtraLight" panose="00000306000000000000" pitchFamily="2" charset="0"/>
              </a:rPr>
              <a:t>PARA TODA A </a:t>
            </a:r>
            <a:r>
              <a:rPr lang="pt-BR" sz="8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xture Condensed Medium" panose="00000606000000000000" pitchFamily="2" charset="0"/>
              </a:rPr>
              <a:t>FAMÍLIA</a:t>
            </a:r>
            <a:endParaRPr lang="en-US" sz="8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ixture Condensed Medium" panose="00000606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7F781A-4DE5-343C-74F4-EE0BB01F50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96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CCD9854-8251-6F70-6C7D-0761D693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xture Condensed ExtraLight" panose="00000306000000000000" pitchFamily="2" charset="0"/>
              </a:rPr>
              <a:t>VEJA NOSSO MASCOTE PREMIADO  </a:t>
            </a:r>
            <a:br>
              <a:rPr lang="en-US"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xture Condensed ExtraLight" panose="00000306000000000000" pitchFamily="2" charset="0"/>
              </a:rPr>
            </a:br>
            <a:r>
              <a:rPr lang="pt-BR"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xture Condensed Medium" panose="00000606000000000000" pitchFamily="2" charset="0"/>
              </a:rPr>
              <a:t>“STUFF”, O DRAGÃO DO MAGIC</a:t>
            </a:r>
            <a:endParaRPr lang="en-US" sz="6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ixture Condensed Medium" panose="00000606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C9FF33-2A4B-E810-168A-A0D91F5C454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43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87CB454-5DC8-4A49-F167-1B82EE435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6C01CA-D69B-2D8D-842F-994EA87EF4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12BF2F4-4D0C-0F5B-0C3E-5E8CE4556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EEDCFA-102A-D39A-0209-425A433E65C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88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61F18C0-53C5-5B70-BF44-E6F4344D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945081-6CBA-8860-37A9-FE37F8190E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13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BBFECE8-7622-216A-7BEC-A693A0DF1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218021-BD32-7BE2-225E-CA397DCFF5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779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E172CB1-AD5D-911B-A3CC-0C91BEDA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C8F2DF-4CAF-9002-86A3-BA7BB82C24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59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4892340-1F13-B280-E964-A619921C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ACF228-68E9-4388-BED0-6809F1C2E3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385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B061161-C1B0-A0E0-3F61-8CD466BA9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D1695C-FCE7-F0AD-3B9E-EA06CD5D91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592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3192D59-D68B-74DC-9FB3-F88C1ACE9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36F0F2-D1D3-8B51-DD1D-C39B5A543D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918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5257D8A-7B04-6A08-E74F-4485AA1B4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763066-653B-2F90-90CF-D90FF36BC1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31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1E88041-01B3-B31B-A155-D9F7AABE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4C4C73-43F0-21E7-5A1A-C3B3BABB19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02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413BC9A-6901-E3F0-1814-1CA3CBFD2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7C8ABE-86F1-CEB6-E5F3-1846230DB34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498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1897562-C8B0-DFCE-D3F3-98D056294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3CD890-E2A8-70CC-5572-BF4AF058E7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D487443-3E66-4C60-AF1E-6F20C8F42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C03EA2-0A8A-8879-C335-113A3A5CE7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98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C6F220-584A-DCBA-A9F7-7E42EB585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64FD67-1CB1-8103-E69E-8586544BBC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700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1BC07D6-FF47-26D4-69FD-3171EC707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38E58F-AB4B-1C2E-685A-BBB0EC83B4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30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71613BF-D31D-13F7-124F-B1258BC86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87A75A-4BF7-0AFF-BBBF-9BA77A9A75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12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566B594-2616-69DC-7869-C57FF4571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99D25D-867D-D28D-F0DF-09B8110C45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5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C742AED-7387-6FC0-A7C3-94B2059D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2E1521-D5FC-A45A-408B-C83F03B031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49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FEA35EF-7F0D-E5EB-8D52-B0D00AB55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9A937C-1888-E940-8A89-ED53659651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1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B292D72-39A2-9BD7-8D2E-BA31D31B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33AADA-0A6E-1025-B1A2-417BCB99F5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383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7995086-40F4-4B92-7856-AC3E131B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38CCD2-F79D-D9AB-1581-2670DFBF90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94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5CE2B01B819148BF9DA1AC483FFE99" ma:contentTypeVersion="19" ma:contentTypeDescription="Create a new document." ma:contentTypeScope="" ma:versionID="85912919e6b140dc37fc50401755821b">
  <xsd:schema xmlns:xsd="http://www.w3.org/2001/XMLSchema" xmlns:xs="http://www.w3.org/2001/XMLSchema" xmlns:p="http://schemas.microsoft.com/office/2006/metadata/properties" xmlns:ns2="6c38c9f4-5408-4137-8982-caf71cd878ef" xmlns:ns3="107967d2-3925-4c29-9c1f-53116f0ba8f2" targetNamespace="http://schemas.microsoft.com/office/2006/metadata/properties" ma:root="true" ma:fieldsID="3ec8b90751c20f02c6b97623f06547d0" ns2:_="" ns3:_="">
    <xsd:import namespace="6c38c9f4-5408-4137-8982-caf71cd878ef"/>
    <xsd:import namespace="107967d2-3925-4c29-9c1f-53116f0ba8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38c9f4-5408-4137-8982-caf71cd878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384ebed-0963-44a2-87a1-9f14045eb8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7967d2-3925-4c29-9c1f-53116f0ba8f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c2f205a-0b32-4d8e-ad46-50c50fa65d13}" ma:internalName="TaxCatchAll" ma:showField="CatchAllData" ma:web="107967d2-3925-4c29-9c1f-53116f0ba8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7967d2-3925-4c29-9c1f-53116f0ba8f2" xsi:nil="true"/>
    <lcf76f155ced4ddcb4097134ff3c332f xmlns="6c38c9f4-5408-4137-8982-caf71cd878e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A78355A-9270-4566-9BA8-5505B667E1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54B52B-2ADA-4DFA-A322-1B797EE5720F}">
  <ds:schemaRefs>
    <ds:schemaRef ds:uri="107967d2-3925-4c29-9c1f-53116f0ba8f2"/>
    <ds:schemaRef ds:uri="6c38c9f4-5408-4137-8982-caf71cd878e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3746D0A-EEE8-4086-93CC-CA9D16DCA189}">
  <ds:schemaRefs>
    <ds:schemaRef ds:uri="107967d2-3925-4c29-9c1f-53116f0ba8f2"/>
    <ds:schemaRef ds:uri="6c38c9f4-5408-4137-8982-caf71cd878e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FAN FEST </vt:lpstr>
      <vt:lpstr>DIVERSÃO PARA TODA A FAMÍLIA</vt:lpstr>
      <vt:lpstr>VEJA NOSSO MASCOTE PREMIADO   “STUFF”, O DRAGÃO DO MAGIC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Pardue</dc:creator>
  <cp:revision>1</cp:revision>
  <dcterms:created xsi:type="dcterms:W3CDTF">2026-09-25T18:39:01Z</dcterms:created>
  <dcterms:modified xsi:type="dcterms:W3CDTF">2026-09-25T18:45:13Z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0x010100075CE2B01B819148BF9DA1AC483FFE99</vt:lpwstr>
  </property>
  <property fmtid="{D5CDD505-2E9C-101B-9397-08002B2CF9AE}" pid="3" name="MediaServiceImageTags">
    <vt:lpwstr/>
  </property>
</Properties>
</file>